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6D-4D47-89AD-68690999985B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6D-4D47-89AD-68690999985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6D-4D47-89AD-68690999985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6D-4D47-89AD-68690999985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ABNORMAL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6D-4D47-89AD-686909999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41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829">
              <a:alpha val="60000"/>
            </a:srgbClr>
          </a:solidFill>
          <a:ln w="12700">
            <a:solidFill>
              <a:srgbClr val="0D1829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83680" y="5486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DeepLog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HDFS Log Anomaly Detection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5786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 using LSTM deep learning on 1.5 GB of HDFS system logs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34747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  ·  Ujjwal  ·  Ashish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  | 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2011680" cy="530352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708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361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GB Log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Monitoring is Hard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millions of system logs is slow, error-prone, and simply does not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4747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size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34747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529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328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generated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31336"/>
            <a:ext cx="34747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8770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" y="43525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event templates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719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176272"/>
            <a:ext cx="4206240" cy="269748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31720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47488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impossible at 11 million lines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346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47488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 miss novel failure patterns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3375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7488" y="3319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go undetected for hours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84048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47488" y="3822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per-block tracking across distributed nodes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34340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47488" y="4325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automated, intelligent real-time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DeepLog?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system that learns normal log behavior and flags deviations in real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920240" cy="2944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993392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0632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GB HDFS log file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distributed cluster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11 M entries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32888" y="1828800"/>
            <a:ext cx="1920240" cy="2944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93392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2888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24328" y="30632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sequence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to predict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log event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54296" y="1828800"/>
            <a:ext cx="1920240" cy="2944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993392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54296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45736" y="30632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flagging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 ID with Top-K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scoring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75704" y="1828800"/>
            <a:ext cx="1920240" cy="2944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993392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75704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867144" y="30632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live logs, stats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streaming output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raw log stream to live API — all running concurrently.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" y="1737360"/>
            <a:ext cx="15361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Logs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" y="2926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logs.txt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GB stream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37944" y="2962656"/>
            <a:ext cx="15544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38528" y="1737360"/>
            <a:ext cx="15361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92024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38528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938528" y="2926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regex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EventIds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83864" y="2962656"/>
            <a:ext cx="15544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84448" y="1737360"/>
            <a:ext cx="1536192" cy="2560320"/>
          </a:xfrm>
          <a:prstGeom prst="rect">
            <a:avLst/>
          </a:prstGeom>
          <a:solidFill>
            <a:srgbClr val="1E293B"/>
          </a:solidFill>
          <a:ln w="2286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92024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4448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Inference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84448" y="2926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Window=10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Top-K=9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129784" y="2962656"/>
            <a:ext cx="15544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30368" y="1737360"/>
            <a:ext cx="15361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920240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30368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30368" y="2926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775704" y="2962656"/>
            <a:ext cx="15544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76288" y="1737360"/>
            <a:ext cx="1536192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1920240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76288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76288" y="29260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db.json store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40080" y="459028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stream_worker.py  continuously tails logs.txt → parser classifies events → LSTM scores each window → anomalies saved to db.json → FastAPI exposes /logs and /stats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Log Parser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parser.py converts free-text HDFS lines into structured event IDs using regex templates.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57200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2011680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0025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ID extraction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2128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 blk_-?\d+  pulls every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block reference from the 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" y="3017520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00837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2186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event templates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HDFS.log_templates.csv matched via regex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572000" cy="84124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" y="4023360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01421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assignment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42245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gets label E1–E29 or UNK;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events are handled gracefully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Event Templates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148840"/>
          <a:ext cx="3337560" cy="2743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an already existing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succeeded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Served block * to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 exception while 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block * src: * dest: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( 29 total templates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DeepLog — LSTM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model.py defines a compact but powerful sequence model trained on HDFS event streams.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658368"/>
          </a:xfrm>
          <a:prstGeom prst="rect">
            <a:avLst/>
          </a:prstGeom>
          <a:solidFill>
            <a:srgbClr val="0C4A6E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01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index → 32-dimensional dense vector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029200" cy="658368"/>
          </a:xfrm>
          <a:prstGeom prst="rect">
            <a:avLst/>
          </a:prstGeom>
          <a:solidFill>
            <a:srgbClr val="07598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78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hidden_dim=64  |  batch_first=True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029200" cy="658368"/>
          </a:xfrm>
          <a:prstGeom prst="rect">
            <a:avLst/>
          </a:prstGeom>
          <a:solidFill>
            <a:srgbClr val="0369A1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recurrence for deeper patterns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029200" cy="658368"/>
          </a:xfrm>
          <a:prstGeom prst="rect">
            <a:avLst/>
          </a:prstGeom>
          <a:solidFill>
            <a:srgbClr val="0284C7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33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(FC) 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434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hidden state → num_classes logits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2148840"/>
            <a:ext cx="2880360" cy="292608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2304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embedding_dim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2304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hidden_dim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3182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num_layers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31821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3621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window_size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5240" y="36210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89320" y="4059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40599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8932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827532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47365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Inference: if actual_next_event NOT in Top-9 predicted events → ABNORMAL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Anomaly Detection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HDFS block keeps its own event history; windows of 10 feed the LSTM continuously.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261872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Window for Block  blk_-1608999687919862906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44168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93976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3976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43784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93592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93208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43016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016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92824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42632" y="2176272"/>
            <a:ext cx="603504" cy="566928"/>
          </a:xfrm>
          <a:prstGeom prst="rect">
            <a:avLst/>
          </a:prstGeom>
          <a:solidFill>
            <a:srgbClr val="0C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2221992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10728" y="2432304"/>
            <a:ext cx="27432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30768" y="2148840"/>
            <a:ext cx="621792" cy="603504"/>
          </a:xfrm>
          <a:prstGeom prst="rect">
            <a:avLst/>
          </a:prstGeom>
          <a:solidFill>
            <a:srgbClr val="0EA5E9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0768" y="2176272"/>
            <a:ext cx="621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457200" y="3127248"/>
            <a:ext cx="2011680" cy="182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246120"/>
            <a:ext cx="438912" cy="43891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Parse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41148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log line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EventId using template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633472" y="3127248"/>
            <a:ext cx="2011680" cy="182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246120"/>
            <a:ext cx="438912" cy="43891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633472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Window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2724912" y="41148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sliding window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 events 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block ID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809744" y="3127248"/>
            <a:ext cx="2011680" cy="182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246120"/>
            <a:ext cx="438912" cy="4389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809744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Predict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4901184" y="41148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outputs Top-9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most-likely next events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sequence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986016" y="3127248"/>
            <a:ext cx="2011680" cy="1828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3246120"/>
            <a:ext cx="438912" cy="43891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986016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Classify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7077456" y="41148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event NOT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Top-9 → ABNORMAL;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NORMAL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Worker &amp; FastAPI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 run together: stream_worker tails logs in real time, FastAPI exposes results.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stream_worker.py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402336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3225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File-tail loop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25786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reads new lines from logs.txt with 200ms polling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090672"/>
            <a:ext cx="402336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2369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inference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34930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parsed (block_id, event) fed to DeepLog model immediately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4005072"/>
            <a:ext cx="402336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1513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summaries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78992" y="44074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NORMAL/ABNORMAL status saved every 10 seconds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46320" y="1719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—  FastAPI Endpoints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846320" y="2176272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176272"/>
            <a:ext cx="65836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0" y="24323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596128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596128" y="26151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confirms DeepLog API is live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46320" y="3090672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3090672"/>
            <a:ext cx="65836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3346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596128" y="3182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596128" y="3529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last 100 log entries from db.json store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846320" y="4005072"/>
            <a:ext cx="3931920" cy="77724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846320" y="4005072"/>
            <a:ext cx="65836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46320" y="42611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596128" y="4096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5596128" y="4443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total, normal, and abnormal event counts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logged instantly; 10-second summaries track overall health of the cluster.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0" cy="3246120"/>
          </a:xfrm>
          <a:prstGeom prst="rect">
            <a:avLst/>
          </a:prstGeom>
          <a:solidFill>
            <a:srgbClr val="080F1C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02920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live_moniter.py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DeepLog Monitor (Template-Based)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Listening...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19:04:07 | blk_-1608999… | E24 | ABNORMAL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19:04:07 | blk_-1608999… | E24 | ABNORMAL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30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19:04:09 | blk_9934512… | E2  | NORMAL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19:04:17 | SUMMARY (10s): ABNORMAL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233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19:04:22 | blk_1234567… | E5  | NORMAL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19:04:24 | blk_8812345… | E3  | NORMAL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691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output.csv  (sample)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084832"/>
          <a:ext cx="301752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19:04:07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19:04:09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19:04:17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19:04:22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Chart 0"/>
          <p:cNvGraphicFramePr/>
          <p:nvPr/>
        </p:nvGraphicFramePr>
        <p:xfrm>
          <a:off x="5577840" y="3703320"/>
          <a:ext cx="320040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Live Dashboard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UI polls the FastAPI backend every 10 seconds for real-time log data.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4208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691640"/>
            <a:ext cx="29260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81965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3368" y="1764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badges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373368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Abnormal / Normal counts shown as coloured pills at the top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06440" y="2496312"/>
            <a:ext cx="29260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62432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3368" y="2569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table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373368" y="2862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100 entries: Time, Block ID, EventId and colour-coded Status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806440" y="3300984"/>
            <a:ext cx="29260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42900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3368" y="33741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373368" y="3666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polls /logs and /stats every 10 seconds — no page reload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806440" y="4105656"/>
            <a:ext cx="2926080" cy="685800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4233672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73368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highlight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73368" y="4471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rows appear in red; SUMMARY rows highlighted in light blue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Breakdown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minimal, dependency-free React app that connects directly to the FastAPI backend.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4114800" cy="65836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267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 — fetches data, renders stat badges + log 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4114800" cy="65836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64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fetchLogs() and fetchStats() — thin wrappers over fetch()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4114800" cy="65836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877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69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global styles; layout handled inline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90288"/>
            <a:ext cx="4114800" cy="658368"/>
          </a:xfrm>
          <a:prstGeom prst="rect">
            <a:avLst/>
          </a:prstGeom>
          <a:solidFill>
            <a:srgbClr val="1E293B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974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ReactDOM.render entry point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2176272"/>
            <a:ext cx="37490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22677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68112" y="22311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Loads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68112" y="24505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 + setInterval(10s)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770632"/>
            <a:ext cx="374904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286207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68112" y="2825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fetchLogs() called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http://127.0.0.1:8000/logs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364992"/>
            <a:ext cx="37490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3456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8112" y="34198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fetchStats() called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36393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http://127.0.0.1:8000/stats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959352"/>
            <a:ext cx="374904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74920" y="40507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0142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42336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setLogs()  /  setStats()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553712"/>
            <a:ext cx="37490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74920" y="46451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68112" y="46085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re-renders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4828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+ badges refresh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what DeepLog cannot yet do — and why it matters.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417320"/>
          </a:xfrm>
          <a:prstGeom prst="rect">
            <a:avLst/>
          </a:prstGeom>
          <a:solidFill>
            <a:srgbClr val="1A0F0F"/>
          </a:solidFill>
          <a:ln w="15240">
            <a:solidFill>
              <a:srgbClr val="3D151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03320" y="1892808"/>
            <a:ext cx="65836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8928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2402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on New Patterns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5694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is trained once on historical HDFS logs. If the cluster behaviour changes (new software versions, new event types), the model silently degrades until manually retrained.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4023360" cy="1417320"/>
          </a:xfrm>
          <a:prstGeom prst="rect">
            <a:avLst/>
          </a:prstGeom>
          <a:solidFill>
            <a:srgbClr val="1A0F0F"/>
          </a:solidFill>
          <a:ln w="15240">
            <a:solidFill>
              <a:srgbClr val="3D151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01000" y="1892808"/>
            <a:ext cx="65836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8928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64608" y="18745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64608" y="22402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Window Size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56946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is hardcoded at 10 events per block. Anomalies that only emerge over longer sequences (e.g., 30–50 events) are invisible to the current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023360" cy="1417320"/>
          </a:xfrm>
          <a:prstGeom prst="rect">
            <a:avLst/>
          </a:prstGeom>
          <a:solidFill>
            <a:srgbClr val="1A1500"/>
          </a:solidFill>
          <a:ln w="15240">
            <a:solidFill>
              <a:srgbClr val="3D2D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3447288"/>
            <a:ext cx="6583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447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34290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37947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Inference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41239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on CPU with map_location='cpu'. At very high log ingestion rates (&gt;50 k lines/sec), this becomes a bottleneck causing detection lag.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4023360" cy="1417320"/>
          </a:xfrm>
          <a:prstGeom prst="rect">
            <a:avLst/>
          </a:prstGeom>
          <a:solidFill>
            <a:srgbClr val="1A1500"/>
          </a:solidFill>
          <a:ln w="15240">
            <a:solidFill>
              <a:srgbClr val="3D2D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3447288"/>
            <a:ext cx="6583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447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34290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864608" y="37947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 File Input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41239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stream_worker.py tails a single flat file (logs.txt). Real Hadoop clusters write to many rotating, compressed log files across multiple nodes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Limitations &amp; Road 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and concrete next steps to make DeepLog production-ready.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4114800" cy="804672"/>
          </a:xfrm>
          <a:prstGeom prst="rect">
            <a:avLst/>
          </a:prstGeom>
          <a:solidFill>
            <a:srgbClr val="131C29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34086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22677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25786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dashboard and FastAPI endpoints have no auth layer — any user on the network can access all log data and anomaly results.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4114800" cy="804672"/>
          </a:xfrm>
          <a:prstGeom prst="rect">
            <a:avLst/>
          </a:prstGeom>
          <a:solidFill>
            <a:srgbClr val="131C29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5526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2461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0704" y="31821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Block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34930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per block_id are held in a Python dict. A worker crash loses all state; long-running blocks restart their window from scratch.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4114800" cy="804672"/>
          </a:xfrm>
          <a:prstGeom prst="rect">
            <a:avLst/>
          </a:prstGeom>
          <a:solidFill>
            <a:srgbClr val="131C29"/>
          </a:solidFill>
          <a:ln w="1524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169664"/>
            <a:ext cx="384048" cy="3840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1605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409651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HDFS-Only Log Format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44074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parser templates are built exclusively for HDFS. Applying DeepLog to other systems (e.g., Linux syslog, Apache) requires new template sets and retraining.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 Map</a:t>
            </a:r>
            <a:endParaRPr lang="en-US" sz="15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67712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21808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retraining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21808" y="2487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fine-tuning on recent logs to adapt to cluster evolution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21808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21808" y="305409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Fluentd integration to ingest from all HDFS nodes at once</a:t>
            </a:r>
            <a:endParaRPr lang="en-US" sz="10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01568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21808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321808" y="36210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and role-based access to the dashboard</a:t>
            </a:r>
            <a:endParaRPr lang="en-US" sz="10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68496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21808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analytics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321808" y="418795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anomaly timelines, event heatmaps, trend charts</a:t>
            </a:r>
            <a:endParaRPr lang="en-US" sz="10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535424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21808" y="4498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 to other logs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321808" y="47548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template system for Linux syslog, Apache, Spark, k8s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Microsoft Office PowerPoint</Application>
  <PresentationFormat>On-screen Show (16:9)</PresentationFormat>
  <Paragraphs>289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DeepLog — AI Log Anomaly Detection</dc:title>
  <dc:subject>PptxGenJS Presentation</dc:subject>
  <dc:creator>Prit, Ujjwal, Ashish</dc:creator>
  <cp:lastModifiedBy>Ujjwal Goyal</cp:lastModifiedBy>
  <cp:revision>2</cp:revision>
  <dcterms:created xsi:type="dcterms:W3CDTF">2026-04-22T03:51:17Z</dcterms:created>
  <dcterms:modified xsi:type="dcterms:W3CDTF">2026-04-22T03:53:05Z</dcterms:modified>
</cp:coreProperties>
</file>